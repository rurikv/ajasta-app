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293"/>
                </a:solidFill>
              </a:defRPr>
            </a:pPr>
            <a:r>
              <a:t>Ajasta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DevOps &amp; Infrastructure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📋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Full-stack appointment booking platform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Comprehensive automation with IaC practices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Complete observability stack (Monitoring + Logging)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Production-ready CI/CD pipeline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Yandex Cloud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🏗️ Infrastructure as Code (IaC)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🏗️ Yandex Cloud Resources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Terraform for infrastructure provisioning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- 4 compute instances (1 master + 3 workers)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VPC networks, subnets, and static IPs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GitLab HTTP backend for state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🔄 CI/CD Infrastructure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GitLab CI/CD pipeline with automated Terraform jobs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Plan → Apply → Destroy workflow (staging/production)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Automatic HTTP 409 lock release handling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⚙️ Configuration Management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Ansible playbooks for orchestration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Kubernetes deployment automation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- 24+ Ansible playbooks with rollback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🔄 Automated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🔄 CI/CD Pipeline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"git push → GitLab CI/CD → Terraform → Ansible → Kubernetes"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🚀 Deployment Automation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One-command deployment scripts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Docker Compose (local development)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Kubernetes with Longhorn storage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Ingress configuration with static IP binding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📦 Git-Based Everything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All infrastructure code in Git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Ansible playbooks version controlled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Terraform states managed via GitLab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Documentation and CHANGELOG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📊 Observability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✅ Monitoring (Implemented)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Grafana</a:t>
            </a:r>
          </a:p>
          <a:p>
            <a:pPr>
              <a:spcAft>
                <a:spcPts val="800"/>
              </a:spcAft>
              <a:defRPr sz="1600"/>
            </a:pPr>
            <a:r>
              <a:t>  - Visualization dashboards</a:t>
            </a:r>
          </a:p>
          <a:p>
            <a:pPr>
              <a:spcAft>
                <a:spcPts val="800"/>
              </a:spcAft>
              <a:defRPr sz="1600"/>
            </a:pPr>
            <a:r>
              <a:t>  - Real-time monitoring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Prometheus</a:t>
            </a:r>
          </a:p>
          <a:p>
            <a:pPr>
              <a:spcAft>
                <a:spcPts val="800"/>
              </a:spcAft>
              <a:defRPr sz="1600"/>
            </a:pPr>
            <a:r>
              <a:t>  - Metrics collection</a:t>
            </a:r>
          </a:p>
          <a:p>
            <a:pPr>
              <a:spcAft>
                <a:spcPts val="800"/>
              </a:spcAft>
              <a:defRPr sz="1600"/>
            </a:pPr>
            <a:r>
              <a:t>  - Alerting configuration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Full integration with</a:t>
            </a:r>
          </a:p>
          <a:p>
            <a:pPr>
              <a:spcAft>
                <a:spcPts val="800"/>
              </a:spcAft>
              <a:defRPr sz="1600"/>
            </a:pPr>
            <a:r>
              <a:t>Kubernetes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2415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✅ Logging (Implemented)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Loki</a:t>
            </a:r>
          </a:p>
          <a:p>
            <a:pPr>
              <a:spcAft>
                <a:spcPts val="800"/>
              </a:spcAft>
              <a:defRPr sz="1600"/>
            </a:pPr>
            <a:r>
              <a:t>  - Centralized log aggregation</a:t>
            </a:r>
          </a:p>
          <a:p>
            <a:pPr>
              <a:spcAft>
                <a:spcPts val="800"/>
              </a:spcAft>
              <a:defRPr sz="1600"/>
            </a:pPr>
            <a:r>
              <a:t>  - Scalable storage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Promtail</a:t>
            </a:r>
          </a:p>
          <a:p>
            <a:pPr>
              <a:spcAft>
                <a:spcPts val="800"/>
              </a:spcAft>
              <a:defRPr sz="1600"/>
            </a:pPr>
            <a:r>
              <a:t>  - Log collection agents</a:t>
            </a:r>
          </a:p>
          <a:p>
            <a:pPr>
              <a:spcAft>
                <a:spcPts val="800"/>
              </a:spcAft>
              <a:defRPr sz="1600"/>
            </a:pPr>
            <a:r>
              <a:t>  - Multi-source support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Grafana Integration</a:t>
            </a:r>
          </a:p>
          <a:p>
            <a:pPr>
              <a:spcAft>
                <a:spcPts val="800"/>
              </a:spcAft>
              <a:defRPr sz="1600"/>
            </a:pPr>
            <a:r>
              <a:t>  - Unified dashboards</a:t>
            </a:r>
          </a:p>
          <a:p>
            <a:pPr>
              <a:spcAft>
                <a:spcPts val="800"/>
              </a:spcAft>
              <a:defRPr sz="1600"/>
            </a:pPr>
            <a:r>
              <a:t>  - Log correlation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📚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📖 Repository Management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README - Complete project overview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Architecture documentation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Development guides (backend/frontend)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Deployment scripts documentation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🚀 Getting Started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Local Development: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 ./scripts/deploy-all.zsh --mode local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Kubernetes Deployment: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 ansible-playbook k8s/deploy-ajasta.yml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📝 CHANGELOG &amp; ScreenCasts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Detailed commit history with descriptions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Deployment automation demos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Monitoring stack setup guides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Backend &amp; Frontend</a:t>
            </a:r>
          </a:p>
          <a:p>
            <a:pPr>
              <a:spcAft>
                <a:spcPts val="800"/>
              </a:spcAft>
              <a:defRPr sz="1600"/>
            </a:pPr>
            <a:r>
              <a:t>  • Spring Boot 3.5</a:t>
            </a:r>
          </a:p>
          <a:p>
            <a:pPr>
              <a:spcAft>
                <a:spcPts val="800"/>
              </a:spcAft>
              <a:defRPr sz="1600"/>
            </a:pPr>
            <a:r>
              <a:t>  • Java 21</a:t>
            </a:r>
          </a:p>
          <a:p>
            <a:pPr>
              <a:spcAft>
                <a:spcPts val="800"/>
              </a:spcAft>
              <a:defRPr sz="1600"/>
            </a:pPr>
            <a:r>
              <a:t>  • React</a:t>
            </a:r>
          </a:p>
          <a:p>
            <a:pPr>
              <a:spcAft>
                <a:spcPts val="800"/>
              </a:spcAft>
              <a:defRPr sz="1600"/>
            </a:pPr>
            <a:r>
              <a:t>  • PostgreSQL 16</a:t>
            </a:r>
          </a:p>
          <a:p>
            <a:pPr>
              <a:spcAft>
                <a:spcPts val="800"/>
              </a:spcAft>
              <a:defRPr sz="1600"/>
            </a:pPr>
            <a:r>
              <a:t>  • Nginx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3"/>
                </a:solidFill>
              </a:defRPr>
            </a:pPr>
            <a:r>
              <a:t>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2415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Infrastructure &amp; DevOps</a:t>
            </a:r>
          </a:p>
          <a:p>
            <a:pPr>
              <a:spcAft>
                <a:spcPts val="800"/>
              </a:spcAft>
              <a:defRPr sz="1600"/>
            </a:pPr>
            <a:r>
              <a:t>  • Docker</a:t>
            </a:r>
          </a:p>
          <a:p>
            <a:pPr>
              <a:spcAft>
                <a:spcPts val="800"/>
              </a:spcAft>
              <a:defRPr sz="1600"/>
            </a:pPr>
            <a:r>
              <a:t>  • Kubernetes</a:t>
            </a:r>
          </a:p>
          <a:p>
            <a:pPr>
              <a:spcAft>
                <a:spcPts val="800"/>
              </a:spcAft>
              <a:defRPr sz="1600"/>
            </a:pPr>
            <a:r>
              <a:t>  • Terraform</a:t>
            </a:r>
          </a:p>
          <a:p>
            <a:pPr>
              <a:spcAft>
                <a:spcPts val="800"/>
              </a:spcAft>
              <a:defRPr sz="1600"/>
            </a:pPr>
            <a:r>
              <a:t>  • Ansible</a:t>
            </a:r>
          </a:p>
          <a:p>
            <a:pPr>
              <a:spcAft>
                <a:spcPts val="800"/>
              </a:spcAft>
              <a:defRPr sz="1600"/>
            </a:pPr>
            <a:r>
              <a:t>  • GitLab CI/CD</a:t>
            </a:r>
          </a:p>
          <a:p>
            <a:pPr>
              <a:spcAft>
                <a:spcPts val="800"/>
              </a:spcAft>
              <a:defRPr sz="1600"/>
            </a:pPr>
            <a:r>
              <a:t>  • Grafana/Prometheus</a:t>
            </a:r>
          </a:p>
          <a:p>
            <a:pPr>
              <a:spcAft>
                <a:spcPts val="800"/>
              </a:spcAft>
              <a:defRPr sz="1600"/>
            </a:pPr>
            <a:r>
              <a:t>  • Loki/Promtail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✨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Full IaC implementation - All infrastructure as code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Complete CI/CD - Automated deployment pipeline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Git-based workflow - Version controlled everything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Production-ready monitoring - Metrics + alerts +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Centralized logging - Loki + Promtail + Grafana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Comprehensive documentation - README + guides + screencasts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Rollback capabilities - Full disaster recovery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🎯 Platform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🟢 Production Ready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🌐 Infrastructure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Yandex Cloud (4 nodes)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- 1 master + 3 workers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Static IP configured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📊 Monitoring &amp; Logging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Grafana dashboards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Prometheus metrics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Loki log aggregation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Promtail agents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🤖 Automation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GitLab CI/CD pipeline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Ansible orchestration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- Terraform provisioning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